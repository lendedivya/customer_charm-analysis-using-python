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Customer Churn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Exploratory Data Analysis Project</a:t>
            </a:r>
          </a:p>
          <a:p>
            <a:r>
              <a:t>Presented by: Your Name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Performed Exploratory Data Analysis (EDA) on Customer Churn dataset</a:t>
            </a:r>
          </a:p>
          <a:p>
            <a:pPr lvl="1"/>
            <a:r>
              <a:t>Identified key factors affecting customer retention</a:t>
            </a:r>
          </a:p>
          <a:p>
            <a:pPr lvl="1"/>
            <a:r>
              <a:t>Generated business-driven insights for decision making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High customer churn impacts company revenue</a:t>
            </a:r>
          </a:p>
          <a:p>
            <a:pPr lvl="1"/>
            <a:r>
              <a:t>Need to identify churn patterns</a:t>
            </a:r>
          </a:p>
          <a:p>
            <a:pPr lvl="1"/>
            <a:r>
              <a:t>Goal: Improve customer retention strategy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&amp; 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Python</a:t>
            </a:r>
          </a:p>
          <a:p>
            <a:pPr lvl="1"/>
            <a:r>
              <a:t>Pandas &amp; NumPy</a:t>
            </a:r>
          </a:p>
          <a:p>
            <a:pPr lvl="1"/>
            <a:r>
              <a:t>Matplotlib &amp; Seaborn</a:t>
            </a:r>
          </a:p>
          <a:p>
            <a:pPr lvl="1"/>
            <a:r>
              <a:t>Jupyter Notebook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Handled missing values</a:t>
            </a:r>
          </a:p>
          <a:p>
            <a:pPr lvl="1"/>
            <a:r>
              <a:t>Converted data types</a:t>
            </a:r>
          </a:p>
          <a:p>
            <a:pPr lvl="1"/>
            <a:r>
              <a:t>Cleaned column names</a:t>
            </a:r>
          </a:p>
          <a:p>
            <a:pPr lvl="1"/>
            <a:r>
              <a:t>Checked for inconsistencies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Univariate Analysis</a:t>
            </a:r>
          </a:p>
          <a:p>
            <a:pPr lvl="1"/>
            <a:r>
              <a:t>Bivariate Analysis</a:t>
            </a:r>
          </a:p>
          <a:p>
            <a:pPr lvl="1"/>
            <a:r>
              <a:t>Churn distribution analysis</a:t>
            </a:r>
          </a:p>
          <a:p>
            <a:pPr lvl="1"/>
            <a:r>
              <a:t>Correlation analysis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Month-to-month contract customers churn more</a:t>
            </a:r>
          </a:p>
          <a:p>
            <a:pPr lvl="1"/>
            <a:r>
              <a:t>Higher monthly charges increase churn probability</a:t>
            </a:r>
          </a:p>
          <a:p>
            <a:pPr lvl="1"/>
            <a:r>
              <a:t>Customers without tech support churn more</a:t>
            </a:r>
          </a:p>
          <a:p>
            <a:pPr lvl="1"/>
            <a:r>
              <a:t>Long-term customers are more loyal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Promote long-term contracts</a:t>
            </a:r>
          </a:p>
          <a:p>
            <a:pPr lvl="1"/>
            <a:r>
              <a:t>Provide better tech support services</a:t>
            </a:r>
          </a:p>
          <a:p>
            <a:pPr lvl="1"/>
            <a:r>
              <a:t>Offer retention discounts for high-charge customers</a:t>
            </a:r>
          </a:p>
          <a:p>
            <a:pPr lvl="1"/>
            <a:r>
              <a:t>Target high-risk customers with offers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EDA helped identify major churn drivers</a:t>
            </a:r>
          </a:p>
          <a:p>
            <a:pPr lvl="1"/>
            <a:r>
              <a:t>Data-driven strategies can reduce churn rate</a:t>
            </a:r>
          </a:p>
          <a:p>
            <a:pPr lvl="1"/>
            <a:r>
              <a:t>Improved retention leads to higher profitability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